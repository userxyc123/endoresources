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89288-1AFB-44AE-B261-B7613A8A65E0}" v="5" dt="2023-07-22T18:21:46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3252" y="7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V" userId="6d1a995cc4cde15c" providerId="LiveId" clId="{20589288-1AFB-44AE-B261-B7613A8A65E0}"/>
    <pc:docChg chg="undo custSel addSld modSld">
      <pc:chgData name="Sakshi V" userId="6d1a995cc4cde15c" providerId="LiveId" clId="{20589288-1AFB-44AE-B261-B7613A8A65E0}" dt="2023-07-22T18:23:10.424" v="111" actId="1076"/>
      <pc:docMkLst>
        <pc:docMk/>
      </pc:docMkLst>
      <pc:sldChg chg="addSp delSp modSp add mod">
        <pc:chgData name="Sakshi V" userId="6d1a995cc4cde15c" providerId="LiveId" clId="{20589288-1AFB-44AE-B261-B7613A8A65E0}" dt="2023-07-22T18:21:54.232" v="92" actId="1076"/>
        <pc:sldMkLst>
          <pc:docMk/>
          <pc:sldMk cId="3016452119" sldId="257"/>
        </pc:sldMkLst>
        <pc:spChg chg="add mod">
          <ac:chgData name="Sakshi V" userId="6d1a995cc4cde15c" providerId="LiveId" clId="{20589288-1AFB-44AE-B261-B7613A8A65E0}" dt="2023-07-22T18:21:27.823" v="79" actId="164"/>
          <ac:spMkLst>
            <pc:docMk/>
            <pc:sldMk cId="3016452119" sldId="257"/>
            <ac:spMk id="2" creationId="{3D0B76E8-DBDF-568D-2E52-5A3C1465B9C5}"/>
          </ac:spMkLst>
        </pc:spChg>
        <pc:spChg chg="add mod">
          <ac:chgData name="Sakshi V" userId="6d1a995cc4cde15c" providerId="LiveId" clId="{20589288-1AFB-44AE-B261-B7613A8A65E0}" dt="2023-07-22T18:21:27.823" v="79" actId="164"/>
          <ac:spMkLst>
            <pc:docMk/>
            <pc:sldMk cId="3016452119" sldId="257"/>
            <ac:spMk id="3" creationId="{A1FC1707-4AF0-981B-3303-E7A3F1D529DE}"/>
          </ac:spMkLst>
        </pc:spChg>
        <pc:spChg chg="mod">
          <ac:chgData name="Sakshi V" userId="6d1a995cc4cde15c" providerId="LiveId" clId="{20589288-1AFB-44AE-B261-B7613A8A65E0}" dt="2023-07-22T18:19:58.950" v="13" actId="14100"/>
          <ac:spMkLst>
            <pc:docMk/>
            <pc:sldMk cId="3016452119" sldId="257"/>
            <ac:spMk id="4" creationId="{1B66ECA6-F063-65EF-1CCD-86190CFDDA32}"/>
          </ac:spMkLst>
        </pc:spChg>
        <pc:spChg chg="mod">
          <ac:chgData name="Sakshi V" userId="6d1a995cc4cde15c" providerId="LiveId" clId="{20589288-1AFB-44AE-B261-B7613A8A65E0}" dt="2023-07-22T18:18:00.042" v="1" actId="207"/>
          <ac:spMkLst>
            <pc:docMk/>
            <pc:sldMk cId="3016452119" sldId="257"/>
            <ac:spMk id="7" creationId="{9C3C47EE-5CE7-F4F5-FADF-3741D96E2200}"/>
          </ac:spMkLst>
        </pc:spChg>
        <pc:spChg chg="mod">
          <ac:chgData name="Sakshi V" userId="6d1a995cc4cde15c" providerId="LiveId" clId="{20589288-1AFB-44AE-B261-B7613A8A65E0}" dt="2023-07-22T18:18:12.312" v="3" actId="207"/>
          <ac:spMkLst>
            <pc:docMk/>
            <pc:sldMk cId="3016452119" sldId="257"/>
            <ac:spMk id="8" creationId="{6169B482-E1A7-9BC2-1496-C475FFEAD943}"/>
          </ac:spMkLst>
        </pc:spChg>
        <pc:spChg chg="mod">
          <ac:chgData name="Sakshi V" userId="6d1a995cc4cde15c" providerId="LiveId" clId="{20589288-1AFB-44AE-B261-B7613A8A65E0}" dt="2023-07-22T18:19:49.409" v="11" actId="20577"/>
          <ac:spMkLst>
            <pc:docMk/>
            <pc:sldMk cId="3016452119" sldId="257"/>
            <ac:spMk id="10" creationId="{E0A446C5-EF99-4BD6-778E-5AF86B3897CC}"/>
          </ac:spMkLst>
        </pc:spChg>
        <pc:spChg chg="mod">
          <ac:chgData name="Sakshi V" userId="6d1a995cc4cde15c" providerId="LiveId" clId="{20589288-1AFB-44AE-B261-B7613A8A65E0}" dt="2023-07-22T18:21:28.753" v="80"/>
          <ac:spMkLst>
            <pc:docMk/>
            <pc:sldMk cId="3016452119" sldId="257"/>
            <ac:spMk id="12" creationId="{3C9002BD-AB81-DE3E-F3AE-27573A76F4FC}"/>
          </ac:spMkLst>
        </pc:spChg>
        <pc:spChg chg="mod">
          <ac:chgData name="Sakshi V" userId="6d1a995cc4cde15c" providerId="LiveId" clId="{20589288-1AFB-44AE-B261-B7613A8A65E0}" dt="2023-07-22T18:21:28.753" v="80"/>
          <ac:spMkLst>
            <pc:docMk/>
            <pc:sldMk cId="3016452119" sldId="257"/>
            <ac:spMk id="13" creationId="{740292CD-FC1D-4787-F753-14ADF74074DD}"/>
          </ac:spMkLst>
        </pc:spChg>
        <pc:spChg chg="add mod">
          <ac:chgData name="Sakshi V" userId="6d1a995cc4cde15c" providerId="LiveId" clId="{20589288-1AFB-44AE-B261-B7613A8A65E0}" dt="2023-07-22T18:21:41.298" v="85" actId="1076"/>
          <ac:spMkLst>
            <pc:docMk/>
            <pc:sldMk cId="3016452119" sldId="257"/>
            <ac:spMk id="14" creationId="{97DE57FC-A1BE-5FF5-D3FF-9F2FE12492ED}"/>
          </ac:spMkLst>
        </pc:spChg>
        <pc:spChg chg="add mod">
          <ac:chgData name="Sakshi V" userId="6d1a995cc4cde15c" providerId="LiveId" clId="{20589288-1AFB-44AE-B261-B7613A8A65E0}" dt="2023-07-22T18:21:54.232" v="92" actId="1076"/>
          <ac:spMkLst>
            <pc:docMk/>
            <pc:sldMk cId="3016452119" sldId="257"/>
            <ac:spMk id="15" creationId="{B7562438-7DCC-6AE9-A2CF-E7EBE6E3777E}"/>
          </ac:spMkLst>
        </pc:spChg>
        <pc:grpChg chg="add mod">
          <ac:chgData name="Sakshi V" userId="6d1a995cc4cde15c" providerId="LiveId" clId="{20589288-1AFB-44AE-B261-B7613A8A65E0}" dt="2023-07-22T18:21:43.818" v="86" actId="14100"/>
          <ac:grpSpMkLst>
            <pc:docMk/>
            <pc:sldMk cId="3016452119" sldId="257"/>
            <ac:grpSpMk id="5" creationId="{4FCB59FF-C44B-082A-AA0A-F92621741FBE}"/>
          </ac:grpSpMkLst>
        </pc:grpChg>
        <pc:grpChg chg="add del mod">
          <ac:chgData name="Sakshi V" userId="6d1a995cc4cde15c" providerId="LiveId" clId="{20589288-1AFB-44AE-B261-B7613A8A65E0}" dt="2023-07-22T18:21:37.277" v="83"/>
          <ac:grpSpMkLst>
            <pc:docMk/>
            <pc:sldMk cId="3016452119" sldId="257"/>
            <ac:grpSpMk id="6" creationId="{8BDF811C-CA91-ECF9-9C6C-FE92D40C14D4}"/>
          </ac:grpSpMkLst>
        </pc:grpChg>
        <pc:grpChg chg="mod">
          <ac:chgData name="Sakshi V" userId="6d1a995cc4cde15c" providerId="LiveId" clId="{20589288-1AFB-44AE-B261-B7613A8A65E0}" dt="2023-07-22T18:21:51.291" v="91" actId="1076"/>
          <ac:grpSpMkLst>
            <pc:docMk/>
            <pc:sldMk cId="3016452119" sldId="257"/>
            <ac:grpSpMk id="11" creationId="{2A725CC5-179D-4C25-D1D6-A0B6F1B9093E}"/>
          </ac:grpSpMkLst>
        </pc:grpChg>
      </pc:sldChg>
      <pc:sldChg chg="modSp add mod">
        <pc:chgData name="Sakshi V" userId="6d1a995cc4cde15c" providerId="LiveId" clId="{20589288-1AFB-44AE-B261-B7613A8A65E0}" dt="2023-07-22T18:23:10.424" v="111" actId="1076"/>
        <pc:sldMkLst>
          <pc:docMk/>
          <pc:sldMk cId="785495353" sldId="258"/>
        </pc:sldMkLst>
        <pc:spChg chg="mod">
          <ac:chgData name="Sakshi V" userId="6d1a995cc4cde15c" providerId="LiveId" clId="{20589288-1AFB-44AE-B261-B7613A8A65E0}" dt="2023-07-22T18:22:43.161" v="94" actId="207"/>
          <ac:spMkLst>
            <pc:docMk/>
            <pc:sldMk cId="785495353" sldId="258"/>
            <ac:spMk id="8" creationId="{6169B482-E1A7-9BC2-1496-C475FFEAD943}"/>
          </ac:spMkLst>
        </pc:spChg>
        <pc:spChg chg="mod">
          <ac:chgData name="Sakshi V" userId="6d1a995cc4cde15c" providerId="LiveId" clId="{20589288-1AFB-44AE-B261-B7613A8A65E0}" dt="2023-07-22T18:22:46.803" v="95" actId="207"/>
          <ac:spMkLst>
            <pc:docMk/>
            <pc:sldMk cId="785495353" sldId="258"/>
            <ac:spMk id="9" creationId="{5B858F30-79A4-FE50-7CFD-E7B3BB7CDA7E}"/>
          </ac:spMkLst>
        </pc:spChg>
        <pc:spChg chg="mod">
          <ac:chgData name="Sakshi V" userId="6d1a995cc4cde15c" providerId="LiveId" clId="{20589288-1AFB-44AE-B261-B7613A8A65E0}" dt="2023-07-22T18:23:10.424" v="111" actId="1076"/>
          <ac:spMkLst>
            <pc:docMk/>
            <pc:sldMk cId="785495353" sldId="258"/>
            <ac:spMk id="10" creationId="{E0A446C5-EF99-4BD6-778E-5AF86B3897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30DD9-309E-B319-6844-B5AC60EC4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26E86-61C9-F953-4F22-FB20ED12F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B6507-C9BF-5657-E7F9-AFCA50B4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0E4B0-1B44-2E0E-6448-F11070463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C535E-E5E3-3DFF-EC1A-F34ECA63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7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8298F-DFC9-5846-A486-ADB7B19E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C86F7-4DDA-B414-D53D-318E2D582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E7611-FDFB-FD04-6CF8-234D0FD0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28178-91E3-9128-28E6-A8DF91831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AE0E2-DB2D-BD67-66EC-64F74CF8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52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282F-9420-BD7A-C439-218BD8710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DDC9E-0243-2767-FFC1-26A363A66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3F368-2C6F-BE5C-8C64-E95E167AB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D419A-16BD-6456-7316-26B51BFE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7C6EC-B3C4-96A1-6F9A-198A6A9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6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97E3-5E6D-47D1-4353-158CE8F1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78FB0-EE06-8A59-7447-07B7FBB7B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B24729-C6DB-FD62-BDA9-33A103163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5CF1C-25A1-A447-7F40-2C8E3390B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BD981-65C7-AD24-06F8-02BE215E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3FC25-1E99-CA23-96F9-3721D81B7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7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8A84-12D3-ADB5-0273-761D2F4F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92659-4DF6-FC4E-EB4E-8A8D5F25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BB171E-9499-E05E-7AF0-8C233C6B4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1CCBF0-FD46-13DC-159D-B585B6254E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CE6BB2-2A72-DD5E-BCEE-FD308B332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177B9-F7A3-C1DD-7E74-B68D9B7DA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17D87-FD83-8291-EB99-172F789BB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CB997C-199D-7420-BB40-251458D9A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327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70E39-E200-BBF6-B355-5CCAD1B3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2AFFA4-F524-E553-801A-F1C12D70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49022-962E-88D9-433A-85A14E44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28313-CB51-1E14-5356-7F8D5D4B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770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5FC1A5-1451-5B89-736D-CDF20831E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7AEF7-71B4-4139-A495-FC456D479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1B49C-D4DC-E93A-00F2-634003F6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23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AA8F-50FA-CBAD-020C-B3DB2B2D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0BC0-95B6-759E-B1A2-A4671ED82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4905D-9422-6180-E9D0-ACEEDB7E0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17CCE-D379-1A42-1B1E-78FD935D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85C5A-2FE3-46BB-DA95-14F07DCC9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F219C-A687-7207-165A-F7CED3F1C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478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B8C15-CCB9-8D57-73C9-B7F1727BE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ACFF3-9652-BB19-BE57-F9F0405A8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49E50-93E5-D1A0-7929-BBC85F6ED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C7468C-8B1D-ED8B-F29E-28D7C03D6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97212-E17F-7EED-AA20-3D836C2B4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BB8E6D-C974-DC40-FB98-D0C4CAFA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77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2A9C-C0F5-80F1-99C9-D9AB898C9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D8D6FB-79FB-5A41-562D-153B68A56F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26883-41B5-5226-9159-49BEBB12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6FFE9-9C39-A453-18EC-7A41C6BD1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4B610-F17A-5E9D-D269-2A8F444E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6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C9A4A-EE87-C27C-E027-4C815D4BAF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E23BE-C9F7-A913-A7BC-9121ECAEE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1E31F-86E1-19AD-2C0F-7CD33ABDA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D97F1-F417-BD89-F00B-D725D3844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9F4F1-4BF1-757C-065E-85C8C5D10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6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9C927-1BED-85FE-72C8-BC40D8A75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E18FB-F104-FBF4-E44A-690631027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6DD33-DCB5-1CFA-A4DF-C3CC41FC00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60CC2-1CFB-4556-8E24-077A6C6C7330}" type="datetimeFigureOut">
              <a:rPr lang="en-US" smtClean="0"/>
              <a:t>7/22/2023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69EA2-AEE1-4C4D-0B63-87B312938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D5FD8-6799-1602-3747-A507823B1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5E78B-5A51-4946-955A-826808D92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73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A725CC5-179D-4C25-D1D6-A0B6F1B9093E}"/>
              </a:ext>
            </a:extLst>
          </p:cNvPr>
          <p:cNvGrpSpPr/>
          <p:nvPr/>
        </p:nvGrpSpPr>
        <p:grpSpPr>
          <a:xfrm>
            <a:off x="1381539" y="768626"/>
            <a:ext cx="9428922" cy="5320748"/>
            <a:chOff x="1510748" y="708991"/>
            <a:chExt cx="9428922" cy="53207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66ECA6-F063-65EF-1CCD-86190CFDDA32}"/>
                </a:ext>
              </a:extLst>
            </p:cNvPr>
            <p:cNvSpPr/>
            <p:nvPr/>
          </p:nvSpPr>
          <p:spPr>
            <a:xfrm>
              <a:off x="1510748" y="708991"/>
              <a:ext cx="9428922" cy="532074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3C47EE-5CE7-F4F5-FADF-3741D96E2200}"/>
                </a:ext>
              </a:extLst>
            </p:cNvPr>
            <p:cNvSpPr txBox="1"/>
            <p:nvPr/>
          </p:nvSpPr>
          <p:spPr>
            <a:xfrm>
              <a:off x="1934817" y="1046922"/>
              <a:ext cx="1398105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Gen Info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69B482-E1A7-9BC2-1496-C475FFEAD943}"/>
                </a:ext>
              </a:extLst>
            </p:cNvPr>
            <p:cNvSpPr txBox="1"/>
            <p:nvPr/>
          </p:nvSpPr>
          <p:spPr>
            <a:xfrm>
              <a:off x="3611217" y="1046922"/>
              <a:ext cx="1398105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Details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858F30-79A4-FE50-7CFD-E7B3BB7CDA7E}"/>
                </a:ext>
              </a:extLst>
            </p:cNvPr>
            <p:cNvSpPr txBox="1"/>
            <p:nvPr/>
          </p:nvSpPr>
          <p:spPr>
            <a:xfrm>
              <a:off x="5287617" y="1046922"/>
              <a:ext cx="189506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Handy Solutions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A446C5-EF99-4BD6-778E-5AF86B3897CC}"/>
                </a:ext>
              </a:extLst>
            </p:cNvPr>
            <p:cNvSpPr txBox="1"/>
            <p:nvPr/>
          </p:nvSpPr>
          <p:spPr>
            <a:xfrm>
              <a:off x="3611217" y="2573658"/>
              <a:ext cx="5373757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What is Hyperhidrosis?</a:t>
              </a:r>
            </a:p>
            <a:p>
              <a:pPr algn="ctr"/>
              <a:endParaRPr lang="en-US" dirty="0"/>
            </a:p>
            <a:p>
              <a:pPr algn="ctr"/>
              <a:r>
                <a:rPr lang="en-US" dirty="0"/>
                <a:t>Give a small introduction.</a:t>
              </a:r>
            </a:p>
            <a:p>
              <a:pPr algn="ctr"/>
              <a:r>
                <a:rPr lang="en-US" dirty="0"/>
                <a:t>Scroll down for examples of different hyperhidrosis diagnoses.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9623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A725CC5-179D-4C25-D1D6-A0B6F1B9093E}"/>
              </a:ext>
            </a:extLst>
          </p:cNvPr>
          <p:cNvGrpSpPr/>
          <p:nvPr/>
        </p:nvGrpSpPr>
        <p:grpSpPr>
          <a:xfrm>
            <a:off x="1308652" y="371060"/>
            <a:ext cx="9428922" cy="6327913"/>
            <a:chOff x="1510748" y="708990"/>
            <a:chExt cx="9428922" cy="63279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66ECA6-F063-65EF-1CCD-86190CFDDA32}"/>
                </a:ext>
              </a:extLst>
            </p:cNvPr>
            <p:cNvSpPr/>
            <p:nvPr/>
          </p:nvSpPr>
          <p:spPr>
            <a:xfrm>
              <a:off x="1510748" y="708990"/>
              <a:ext cx="9428922" cy="63279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3C47EE-5CE7-F4F5-FADF-3741D96E2200}"/>
                </a:ext>
              </a:extLst>
            </p:cNvPr>
            <p:cNvSpPr txBox="1"/>
            <p:nvPr/>
          </p:nvSpPr>
          <p:spPr>
            <a:xfrm>
              <a:off x="1934817" y="1046922"/>
              <a:ext cx="139810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Gen Info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69B482-E1A7-9BC2-1496-C475FFEAD943}"/>
                </a:ext>
              </a:extLst>
            </p:cNvPr>
            <p:cNvSpPr txBox="1"/>
            <p:nvPr/>
          </p:nvSpPr>
          <p:spPr>
            <a:xfrm>
              <a:off x="3611217" y="1046922"/>
              <a:ext cx="1398105" cy="36933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Details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858F30-79A4-FE50-7CFD-E7B3BB7CDA7E}"/>
                </a:ext>
              </a:extLst>
            </p:cNvPr>
            <p:cNvSpPr txBox="1"/>
            <p:nvPr/>
          </p:nvSpPr>
          <p:spPr>
            <a:xfrm>
              <a:off x="5287617" y="1046922"/>
              <a:ext cx="1895063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Handy Solutions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A446C5-EF99-4BD6-778E-5AF86B3897CC}"/>
                </a:ext>
              </a:extLst>
            </p:cNvPr>
            <p:cNvSpPr txBox="1"/>
            <p:nvPr/>
          </p:nvSpPr>
          <p:spPr>
            <a:xfrm>
              <a:off x="3611217" y="2573658"/>
              <a:ext cx="5373757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Details</a:t>
              </a:r>
            </a:p>
            <a:p>
              <a:pPr algn="ctr"/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FCB59FF-C44B-082A-AA0A-F92621741FBE}"/>
              </a:ext>
            </a:extLst>
          </p:cNvPr>
          <p:cNvGrpSpPr/>
          <p:nvPr/>
        </p:nvGrpSpPr>
        <p:grpSpPr>
          <a:xfrm>
            <a:off x="1732721" y="2662632"/>
            <a:ext cx="8617227" cy="2111500"/>
            <a:chOff x="1732721" y="2662631"/>
            <a:chExt cx="8617227" cy="245203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0B76E8-DBDF-568D-2E52-5A3C1465B9C5}"/>
                </a:ext>
              </a:extLst>
            </p:cNvPr>
            <p:cNvSpPr/>
            <p:nvPr/>
          </p:nvSpPr>
          <p:spPr>
            <a:xfrm>
              <a:off x="1732721" y="2662631"/>
              <a:ext cx="3233531" cy="24520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u="sng" dirty="0">
                  <a:solidFill>
                    <a:schemeClr val="tx1"/>
                  </a:solidFill>
                </a:rPr>
                <a:t>Text here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1FC1707-4AF0-981B-3303-E7A3F1D529DE}"/>
                </a:ext>
              </a:extLst>
            </p:cNvPr>
            <p:cNvSpPr/>
            <p:nvPr/>
          </p:nvSpPr>
          <p:spPr>
            <a:xfrm>
              <a:off x="6023113" y="3160643"/>
              <a:ext cx="4326835" cy="17029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7DE57FC-A1BE-5FF5-D3FF-9F2FE12492ED}"/>
              </a:ext>
            </a:extLst>
          </p:cNvPr>
          <p:cNvSpPr/>
          <p:nvPr/>
        </p:nvSpPr>
        <p:spPr>
          <a:xfrm>
            <a:off x="1555386" y="4863548"/>
            <a:ext cx="4326835" cy="17029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562438-7DCC-6AE9-A2CF-E7EBE6E3777E}"/>
              </a:ext>
            </a:extLst>
          </p:cNvPr>
          <p:cNvSpPr/>
          <p:nvPr/>
        </p:nvSpPr>
        <p:spPr>
          <a:xfrm>
            <a:off x="6545179" y="4784034"/>
            <a:ext cx="2794343" cy="1702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>
                <a:solidFill>
                  <a:schemeClr val="tx1"/>
                </a:solidFill>
              </a:rPr>
              <a:t>Text here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</p:txBody>
      </p:sp>
    </p:spTree>
    <p:extLst>
      <p:ext uri="{BB962C8B-B14F-4D97-AF65-F5344CB8AC3E}">
        <p14:creationId xmlns:p14="http://schemas.microsoft.com/office/powerpoint/2010/main" val="301645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A725CC5-179D-4C25-D1D6-A0B6F1B9093E}"/>
              </a:ext>
            </a:extLst>
          </p:cNvPr>
          <p:cNvGrpSpPr/>
          <p:nvPr/>
        </p:nvGrpSpPr>
        <p:grpSpPr>
          <a:xfrm>
            <a:off x="1308652" y="371060"/>
            <a:ext cx="9428922" cy="6327913"/>
            <a:chOff x="1510748" y="708990"/>
            <a:chExt cx="9428922" cy="63279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B66ECA6-F063-65EF-1CCD-86190CFDDA32}"/>
                </a:ext>
              </a:extLst>
            </p:cNvPr>
            <p:cNvSpPr/>
            <p:nvPr/>
          </p:nvSpPr>
          <p:spPr>
            <a:xfrm>
              <a:off x="1510748" y="708990"/>
              <a:ext cx="9428922" cy="632791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3C47EE-5CE7-F4F5-FADF-3741D96E2200}"/>
                </a:ext>
              </a:extLst>
            </p:cNvPr>
            <p:cNvSpPr txBox="1"/>
            <p:nvPr/>
          </p:nvSpPr>
          <p:spPr>
            <a:xfrm>
              <a:off x="1934817" y="1046922"/>
              <a:ext cx="139810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Gen Info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169B482-E1A7-9BC2-1496-C475FFEAD943}"/>
                </a:ext>
              </a:extLst>
            </p:cNvPr>
            <p:cNvSpPr txBox="1"/>
            <p:nvPr/>
          </p:nvSpPr>
          <p:spPr>
            <a:xfrm>
              <a:off x="3611217" y="1046922"/>
              <a:ext cx="1398105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Details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858F30-79A4-FE50-7CFD-E7B3BB7CDA7E}"/>
                </a:ext>
              </a:extLst>
            </p:cNvPr>
            <p:cNvSpPr txBox="1"/>
            <p:nvPr/>
          </p:nvSpPr>
          <p:spPr>
            <a:xfrm>
              <a:off x="5287617" y="1046922"/>
              <a:ext cx="1895063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Handy Solutions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A446C5-EF99-4BD6-778E-5AF86B3897CC}"/>
                </a:ext>
              </a:extLst>
            </p:cNvPr>
            <p:cNvSpPr txBox="1"/>
            <p:nvPr/>
          </p:nvSpPr>
          <p:spPr>
            <a:xfrm>
              <a:off x="3649718" y="2283267"/>
              <a:ext cx="53737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dirty="0"/>
                <a:t>Handy Solutions</a:t>
              </a:r>
              <a:endParaRPr lang="en-US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FCB59FF-C44B-082A-AA0A-F92621741FBE}"/>
              </a:ext>
            </a:extLst>
          </p:cNvPr>
          <p:cNvGrpSpPr/>
          <p:nvPr/>
        </p:nvGrpSpPr>
        <p:grpSpPr>
          <a:xfrm>
            <a:off x="1732721" y="2662632"/>
            <a:ext cx="8617227" cy="2111500"/>
            <a:chOff x="1732721" y="2662631"/>
            <a:chExt cx="8617227" cy="245203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D0B76E8-DBDF-568D-2E52-5A3C1465B9C5}"/>
                </a:ext>
              </a:extLst>
            </p:cNvPr>
            <p:cNvSpPr/>
            <p:nvPr/>
          </p:nvSpPr>
          <p:spPr>
            <a:xfrm>
              <a:off x="1732721" y="2662631"/>
              <a:ext cx="3233531" cy="245203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u="sng" dirty="0">
                  <a:solidFill>
                    <a:schemeClr val="tx1"/>
                  </a:solidFill>
                </a:rPr>
                <a:t>Text here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  <a:p>
              <a:pPr marL="285750" indent="-285750">
                <a:buFontTx/>
                <a:buChar char="-"/>
              </a:pPr>
              <a:r>
                <a:rPr lang="en-US" dirty="0">
                  <a:solidFill>
                    <a:schemeClr val="tx1"/>
                  </a:solidFill>
                </a:rPr>
                <a:t>blah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1FC1707-4AF0-981B-3303-E7A3F1D529DE}"/>
                </a:ext>
              </a:extLst>
            </p:cNvPr>
            <p:cNvSpPr/>
            <p:nvPr/>
          </p:nvSpPr>
          <p:spPr>
            <a:xfrm>
              <a:off x="6023113" y="3160643"/>
              <a:ext cx="4326835" cy="17029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97DE57FC-A1BE-5FF5-D3FF-9F2FE12492ED}"/>
              </a:ext>
            </a:extLst>
          </p:cNvPr>
          <p:cNvSpPr/>
          <p:nvPr/>
        </p:nvSpPr>
        <p:spPr>
          <a:xfrm>
            <a:off x="1555386" y="4863548"/>
            <a:ext cx="4326835" cy="17029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562438-7DCC-6AE9-A2CF-E7EBE6E3777E}"/>
              </a:ext>
            </a:extLst>
          </p:cNvPr>
          <p:cNvSpPr/>
          <p:nvPr/>
        </p:nvSpPr>
        <p:spPr>
          <a:xfrm>
            <a:off x="6545179" y="4784034"/>
            <a:ext cx="2794343" cy="17029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u="sng" dirty="0">
                <a:solidFill>
                  <a:schemeClr val="tx1"/>
                </a:solidFill>
              </a:rPr>
              <a:t>Text here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tx1"/>
                </a:solidFill>
              </a:rPr>
              <a:t>blah</a:t>
            </a:r>
          </a:p>
        </p:txBody>
      </p:sp>
    </p:spTree>
    <p:extLst>
      <p:ext uri="{BB962C8B-B14F-4D97-AF65-F5344CB8AC3E}">
        <p14:creationId xmlns:p14="http://schemas.microsoft.com/office/powerpoint/2010/main" val="785495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64</Words>
  <Application>Microsoft Office PowerPoint</Application>
  <PresentationFormat>Widescreen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Sakshi V</dc:creator>
  <cp:lastModifiedBy>Sakshi V</cp:lastModifiedBy>
  <cp:revision>1</cp:revision>
  <dcterms:created xsi:type="dcterms:W3CDTF">2023-07-22T18:14:23Z</dcterms:created>
  <dcterms:modified xsi:type="dcterms:W3CDTF">2023-07-22T18:23:12Z</dcterms:modified>
</cp:coreProperties>
</file>